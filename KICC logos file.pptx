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7"/>
  </p:notesMasterIdLst>
  <p:sldIdLst>
    <p:sldId id="259" r:id="rId2"/>
    <p:sldId id="260" r:id="rId3"/>
    <p:sldId id="258" r:id="rId4"/>
    <p:sldId id="261" r:id="rId5"/>
    <p:sldId id="257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94632"/>
  </p:normalViewPr>
  <p:slideViewPr>
    <p:cSldViewPr snapToGrid="0">
      <p:cViewPr varScale="1">
        <p:scale>
          <a:sx n="142" d="100"/>
          <a:sy n="142" d="100"/>
        </p:scale>
        <p:origin x="52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2398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3495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4412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7253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326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116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052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3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186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079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2099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4734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3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6328CB85-CE8D-55FB-EA0C-6AD4DBABBEB0}"/>
              </a:ext>
            </a:extLst>
          </p:cNvPr>
          <p:cNvSpPr/>
          <p:nvPr/>
        </p:nvSpPr>
        <p:spPr>
          <a:xfrm>
            <a:off x="0" y="2488019"/>
            <a:ext cx="9144000" cy="717697"/>
          </a:xfrm>
          <a:prstGeom prst="round2SameRect">
            <a:avLst/>
          </a:prstGeom>
          <a:solidFill>
            <a:schemeClr val="accent1">
              <a:alpha val="55086"/>
            </a:schemeClr>
          </a:solidFill>
          <a:ln>
            <a:solidFill>
              <a:schemeClr val="accent1">
                <a:shade val="50000"/>
                <a:alpha val="62175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771F8D-2112-B460-DE84-65001A84BB06}"/>
              </a:ext>
            </a:extLst>
          </p:cNvPr>
          <p:cNvSpPr/>
          <p:nvPr/>
        </p:nvSpPr>
        <p:spPr>
          <a:xfrm>
            <a:off x="1480747" y="2525233"/>
            <a:ext cx="5337543" cy="574158"/>
          </a:xfrm>
          <a:prstGeom prst="roundRect">
            <a:avLst/>
          </a:prstGeom>
          <a:solidFill>
            <a:schemeClr val="bg1">
              <a:alpha val="67578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Opening Prayer</a:t>
            </a:r>
          </a:p>
        </p:txBody>
      </p:sp>
      <p:sp>
        <p:nvSpPr>
          <p:cNvPr id="5" name="Snip Diagonal Corner of Rectangle 4">
            <a:extLst>
              <a:ext uri="{FF2B5EF4-FFF2-40B4-BE49-F238E27FC236}">
                <a16:creationId xmlns:a16="http://schemas.microsoft.com/office/drawing/2014/main" id="{2257A9DA-A808-FFB4-742B-CD1D24FCFD2C}"/>
              </a:ext>
            </a:extLst>
          </p:cNvPr>
          <p:cNvSpPr/>
          <p:nvPr/>
        </p:nvSpPr>
        <p:spPr>
          <a:xfrm>
            <a:off x="0" y="2200940"/>
            <a:ext cx="6818290" cy="574158"/>
          </a:xfrm>
          <a:prstGeom prst="snip2DiagRect">
            <a:avLst/>
          </a:prstGeom>
          <a:solidFill>
            <a:srgbClr val="FF5350"/>
          </a:solidFill>
          <a:ln>
            <a:solidFill>
              <a:srgbClr val="C00000">
                <a:alpha val="448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Franklin Gothic Demi Cond" panose="020B0603020102020204" pitchFamily="34" charset="0"/>
              </a:rPr>
              <a:t>KICC Wolverhampton Sunday Service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41A8A60-C184-F3DD-7028-ECA535C0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987" y="2378370"/>
            <a:ext cx="441640" cy="21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68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of Rectangle 4">
            <a:extLst>
              <a:ext uri="{FF2B5EF4-FFF2-40B4-BE49-F238E27FC236}">
                <a16:creationId xmlns:a16="http://schemas.microsoft.com/office/drawing/2014/main" id="{2257A9DA-A808-FFB4-742B-CD1D24FCFD2C}"/>
              </a:ext>
            </a:extLst>
          </p:cNvPr>
          <p:cNvSpPr/>
          <p:nvPr/>
        </p:nvSpPr>
        <p:spPr>
          <a:xfrm>
            <a:off x="0" y="4029740"/>
            <a:ext cx="6818290" cy="574158"/>
          </a:xfrm>
          <a:prstGeom prst="snip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alpha val="44818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Franklin Gothic Demi Cond" panose="020B0603020102020204" pitchFamily="34" charset="0"/>
              </a:rPr>
              <a:t>KICC Wolverhampton Anniversary/Mother's Day Service</a:t>
            </a:r>
          </a:p>
        </p:txBody>
      </p:sp>
    </p:spTree>
    <p:extLst>
      <p:ext uri="{BB962C8B-B14F-4D97-AF65-F5344CB8AC3E}">
        <p14:creationId xmlns:p14="http://schemas.microsoft.com/office/powerpoint/2010/main" val="4270920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6328CB85-CE8D-55FB-EA0C-6AD4DBABBEB0}"/>
              </a:ext>
            </a:extLst>
          </p:cNvPr>
          <p:cNvSpPr/>
          <p:nvPr/>
        </p:nvSpPr>
        <p:spPr>
          <a:xfrm>
            <a:off x="0" y="2488019"/>
            <a:ext cx="9144000" cy="717697"/>
          </a:xfrm>
          <a:prstGeom prst="round2SameRect">
            <a:avLst/>
          </a:prstGeom>
          <a:solidFill>
            <a:schemeClr val="accent1">
              <a:alpha val="55086"/>
            </a:schemeClr>
          </a:solidFill>
          <a:ln>
            <a:solidFill>
              <a:schemeClr val="accent1">
                <a:shade val="50000"/>
                <a:alpha val="62175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771F8D-2112-B460-DE84-65001A84BB06}"/>
              </a:ext>
            </a:extLst>
          </p:cNvPr>
          <p:cNvSpPr/>
          <p:nvPr/>
        </p:nvSpPr>
        <p:spPr>
          <a:xfrm>
            <a:off x="1480747" y="2525233"/>
            <a:ext cx="5337543" cy="574158"/>
          </a:xfrm>
          <a:prstGeom prst="roundRect">
            <a:avLst/>
          </a:prstGeom>
          <a:solidFill>
            <a:schemeClr val="bg1">
              <a:alpha val="67578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Call to Worship</a:t>
            </a:r>
          </a:p>
        </p:txBody>
      </p:sp>
      <p:sp>
        <p:nvSpPr>
          <p:cNvPr id="5" name="Snip Diagonal Corner of Rectangle 4">
            <a:extLst>
              <a:ext uri="{FF2B5EF4-FFF2-40B4-BE49-F238E27FC236}">
                <a16:creationId xmlns:a16="http://schemas.microsoft.com/office/drawing/2014/main" id="{2257A9DA-A808-FFB4-742B-CD1D24FCFD2C}"/>
              </a:ext>
            </a:extLst>
          </p:cNvPr>
          <p:cNvSpPr/>
          <p:nvPr/>
        </p:nvSpPr>
        <p:spPr>
          <a:xfrm>
            <a:off x="0" y="2200940"/>
            <a:ext cx="6818290" cy="574158"/>
          </a:xfrm>
          <a:prstGeom prst="snip2DiagRect">
            <a:avLst/>
          </a:prstGeom>
          <a:solidFill>
            <a:srgbClr val="FF5350"/>
          </a:solidFill>
          <a:ln>
            <a:solidFill>
              <a:srgbClr val="C00000">
                <a:alpha val="448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Franklin Gothic Demi Cond" panose="020B0603020102020204" pitchFamily="34" charset="0"/>
              </a:rPr>
              <a:t>KICC Wolverhampton Sunday Service</a:t>
            </a:r>
          </a:p>
        </p:txBody>
      </p:sp>
    </p:spTree>
    <p:extLst>
      <p:ext uri="{BB962C8B-B14F-4D97-AF65-F5344CB8AC3E}">
        <p14:creationId xmlns:p14="http://schemas.microsoft.com/office/powerpoint/2010/main" val="665447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-side Corner of Rectangle 3">
            <a:extLst>
              <a:ext uri="{FF2B5EF4-FFF2-40B4-BE49-F238E27FC236}">
                <a16:creationId xmlns:a16="http://schemas.microsoft.com/office/drawing/2014/main" id="{6328CB85-CE8D-55FB-EA0C-6AD4DBABBEB0}"/>
              </a:ext>
            </a:extLst>
          </p:cNvPr>
          <p:cNvSpPr/>
          <p:nvPr/>
        </p:nvSpPr>
        <p:spPr>
          <a:xfrm>
            <a:off x="0" y="2488019"/>
            <a:ext cx="9144000" cy="717697"/>
          </a:xfrm>
          <a:prstGeom prst="round2SameRect">
            <a:avLst/>
          </a:prstGeom>
          <a:solidFill>
            <a:schemeClr val="accent1">
              <a:alpha val="55086"/>
            </a:schemeClr>
          </a:solidFill>
          <a:ln>
            <a:solidFill>
              <a:schemeClr val="accent1">
                <a:shade val="50000"/>
                <a:alpha val="62175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771F8D-2112-B460-DE84-65001A84BB06}"/>
              </a:ext>
            </a:extLst>
          </p:cNvPr>
          <p:cNvSpPr/>
          <p:nvPr/>
        </p:nvSpPr>
        <p:spPr>
          <a:xfrm>
            <a:off x="1480747" y="2525233"/>
            <a:ext cx="5337543" cy="574158"/>
          </a:xfrm>
          <a:prstGeom prst="roundRect">
            <a:avLst/>
          </a:prstGeom>
          <a:solidFill>
            <a:schemeClr val="bg1">
              <a:alpha val="67578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1"/>
              </a:solidFill>
            </a:endParaRP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Message - True Beauty</a:t>
            </a:r>
          </a:p>
        </p:txBody>
      </p:sp>
      <p:sp>
        <p:nvSpPr>
          <p:cNvPr id="5" name="Snip Diagonal Corner of Rectangle 4">
            <a:extLst>
              <a:ext uri="{FF2B5EF4-FFF2-40B4-BE49-F238E27FC236}">
                <a16:creationId xmlns:a16="http://schemas.microsoft.com/office/drawing/2014/main" id="{2257A9DA-A808-FFB4-742B-CD1D24FCFD2C}"/>
              </a:ext>
            </a:extLst>
          </p:cNvPr>
          <p:cNvSpPr/>
          <p:nvPr/>
        </p:nvSpPr>
        <p:spPr>
          <a:xfrm>
            <a:off x="0" y="2200940"/>
            <a:ext cx="6818290" cy="574158"/>
          </a:xfrm>
          <a:prstGeom prst="snip2DiagRect">
            <a:avLst/>
          </a:prstGeom>
          <a:solidFill>
            <a:srgbClr val="FF5350"/>
          </a:solidFill>
          <a:ln>
            <a:solidFill>
              <a:srgbClr val="C00000">
                <a:alpha val="4481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Franklin Gothic Demi Cond" panose="020B0603020102020204" pitchFamily="34" charset="0"/>
              </a:rPr>
              <a:t>KICC Wolverhampton Sunday Service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41A8A60-C184-F3DD-7028-ECA535C0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023" y="2396978"/>
            <a:ext cx="441640" cy="21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57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076367C8-A8B8-1CB5-ADAF-9C69CEE39668}"/>
              </a:ext>
            </a:extLst>
          </p:cNvPr>
          <p:cNvSpPr/>
          <p:nvPr/>
        </p:nvSpPr>
        <p:spPr>
          <a:xfrm>
            <a:off x="646919" y="3074270"/>
            <a:ext cx="6619092" cy="600740"/>
          </a:xfrm>
          <a:prstGeom prst="parallelogram">
            <a:avLst/>
          </a:prstGeom>
          <a:solidFill>
            <a:srgbClr val="FF0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Message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561FBB4-24F8-9664-8143-36A897B986B6}"/>
              </a:ext>
            </a:extLst>
          </p:cNvPr>
          <p:cNvSpPr/>
          <p:nvPr/>
        </p:nvSpPr>
        <p:spPr>
          <a:xfrm>
            <a:off x="831009" y="2351255"/>
            <a:ext cx="6619092" cy="600740"/>
          </a:xfrm>
          <a:prstGeom prst="parallelogram">
            <a:avLst/>
          </a:prstGeom>
          <a:solidFill>
            <a:schemeClr val="accent1">
              <a:lumMod val="75000"/>
              <a:alpha val="741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ckwell Condensed" panose="02060603050405020104" pitchFamily="18" charset="77"/>
              </a:rPr>
              <a:t>KICC Wolverhampton Thanksgiving Service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45A705CF-FB2B-722B-5FD4-BED622163895}"/>
              </a:ext>
            </a:extLst>
          </p:cNvPr>
          <p:cNvSpPr/>
          <p:nvPr/>
        </p:nvSpPr>
        <p:spPr>
          <a:xfrm>
            <a:off x="831009" y="4180057"/>
            <a:ext cx="6619092" cy="600740"/>
          </a:xfrm>
          <a:prstGeom prst="parallelogram">
            <a:avLst/>
          </a:prstGeom>
          <a:solidFill>
            <a:srgbClr val="FF0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Occupy Your Place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5A424647-933A-0BA5-F05C-651F82B952FD}"/>
              </a:ext>
            </a:extLst>
          </p:cNvPr>
          <p:cNvSpPr/>
          <p:nvPr/>
        </p:nvSpPr>
        <p:spPr>
          <a:xfrm>
            <a:off x="1033029" y="3770703"/>
            <a:ext cx="6619092" cy="600740"/>
          </a:xfrm>
          <a:prstGeom prst="parallelogram">
            <a:avLst/>
          </a:prstGeom>
          <a:solidFill>
            <a:schemeClr val="accent1">
              <a:lumMod val="75000"/>
              <a:alpha val="741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Rockwell Condensed" panose="02060603050405020104" pitchFamily="18" charset="77"/>
              </a:rPr>
              <a:t>KICC Wolverhampton Sunday Service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08342225-D757-8F2E-92E5-B3F86295DB15}"/>
              </a:ext>
            </a:extLst>
          </p:cNvPr>
          <p:cNvSpPr/>
          <p:nvPr/>
        </p:nvSpPr>
        <p:spPr>
          <a:xfrm>
            <a:off x="1033029" y="1072427"/>
            <a:ext cx="6619092" cy="600740"/>
          </a:xfrm>
          <a:prstGeom prst="parallelogram">
            <a:avLst/>
          </a:prstGeom>
          <a:solidFill>
            <a:schemeClr val="accent1">
              <a:lumMod val="75000"/>
              <a:alpha val="7417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ckwell Condensed" panose="02060603050405020104" pitchFamily="18" charset="77"/>
              </a:rPr>
              <a:t>KICC Wolverhampton Thanksgiving Service</a:t>
            </a:r>
          </a:p>
        </p:txBody>
      </p:sp>
    </p:spTree>
    <p:extLst>
      <p:ext uri="{BB962C8B-B14F-4D97-AF65-F5344CB8AC3E}">
        <p14:creationId xmlns:p14="http://schemas.microsoft.com/office/powerpoint/2010/main" val="262580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{77351ECA-7339-F34F-A78E-2A899350C5D4}tf10001119_mac</Template>
  <TotalTime>10940</TotalTime>
  <Words>44</Words>
  <Application>Microsoft Macintosh PowerPoint</Application>
  <PresentationFormat>On-screen Show (16:9)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Franklin Gothic Demi Cond</vt:lpstr>
      <vt:lpstr>Gill Sans MT</vt:lpstr>
      <vt:lpstr>Rockwell Condensed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Omoigui, Solomon</cp:lastModifiedBy>
  <cp:revision>6</cp:revision>
  <dcterms:modified xsi:type="dcterms:W3CDTF">2024-10-21T22:06:30Z</dcterms:modified>
</cp:coreProperties>
</file>